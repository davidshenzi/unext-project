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283464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/>
                <a:gridCol w="2267712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Code: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&lt;GITHUB / DRIVE LINK&gt;</a:t>
            </a:r>
          </a:p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Video: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&lt;UNLISTED YOUTUBE LINK&gt;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Fill in all placeholders before submitting — missing items are penalised. Paste the video link in this slide's comment section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(3 shallow levels) — Conv3×3 → BN → ReLU, narrow channels (16/32/128)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Architecture figure: insert unext/imgs/unext.png from the official repository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2465425"/>
                <a:gridCol w="2465425"/>
                <a:gridCol w="246542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 &lt; 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locality bias is why UNeXt trains from scratch without ImageNet pretraining, unlike ViT-based medical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004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92024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matters: the architecture reproduces exactly, so any accuracy gap that follows is NOT a broken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And there are no 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/>
                <a:gridCol w="3586073"/>
                <a:gridCol w="2465425"/>
                <a:gridCol w="4482591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0.039, gap 0.076 — too big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11480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Mean IoU 0.5931 → 0.6328 (+0.040).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; split-to-split Dice spread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4.4×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(±0.0242 → ±0.0054)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compared at the *same* number of epochs the gain shrinks to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+0.023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. Augmentation does not converge faster — it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, letting training run to ep282–390 instead of stalling near 100.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Four modifications, measured against the right yardstick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Two grafted onto our best model, two trained from scratch — all on strong augmentation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691640"/>
                <a:gridCol w="1691640"/>
                <a:gridCol w="1691640"/>
                <a:gridCol w="1920240"/>
                <a:gridCol w="1965960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Boundary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skips,
edge-aware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the token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+0.55%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+5.90%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+16%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+0.004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000000"/>
                          </a:solidFill>
                          <a:latin typeface="Calibri"/>
                        </a:rPr>
                        <a:t>-0.001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Paired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77639"/>
            <a:ext cx="11094415" cy="2423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Not one of them clears 0.011 IoU — and 0.011 is what we get by changing the random seed alone.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We reran six configurations changing nothing but the random seed: they disagree by 0.011 on average, and by as much as 0.019.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So the honest verdict is: none of these architectural changes does anything we can measure.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Two of them cost 11–16% more compute to achieve it.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The exception is the wavelet mixer — it is the only one that makes the network cheaper.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Same accuracy, 9% fewer FLOPs. That is where the next two slides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we changed: the token mixer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 fixed Haar wavelet transform in place of the shifted MLP</a:t>
            </a:r>
          </a:p>
        </p:txBody>
      </p:sp>
      <p:pic>
        <p:nvPicPr>
          <p:cNvPr id="3" name="Picture 2" descr="fig9_wavele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34440"/>
            <a:ext cx="11155680" cy="4495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4924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low band keeps the paper's MLP — but runs it on a quarter of the tokens.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That is where the 9% FLOP saving comes from. The three detail bands get a small convolution each, added back on top.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Same accuracy, 9% less compute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Three splits, paper-matched seeds, strong augmentation on both sides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29184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Baseline (shifted 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Wavelet mixer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Mean 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-0.0014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i="0">
                          <a:solidFill>
                            <a:srgbClr val="000000"/>
                          </a:solidFill>
                          <a:latin typeface="Calibri"/>
                        </a:rPr>
                        <a:t>0.525   (-9.0%)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1,493,041   (+1.4%)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Boundary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0.4740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i="0">
                          <a:solidFill>
                            <a:srgbClr val="000000"/>
                          </a:solidFill>
                          <a:latin typeface="Calibri"/>
                        </a:rPr>
                        <a:t>0.4570   (-0.017)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31920"/>
            <a:ext cx="1109441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-0.0014 IoU is an eighth of our seed noise.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This is "identical", not "slightly worse" — and it is the only change we tried that made the network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cheaper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rather than more expensive.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The honest cost: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contours are slightly softer (boundary F1 −0.017, worse on 3 of 3 splits). Smoothing away speckle also smooths the lesion edge.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metric the paper never measures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ships 133 scans with no lesion — no model here was trained on any of them</a:t>
            </a:r>
          </a:p>
        </p:txBody>
      </p:sp>
      <p:pic>
        <p:nvPicPr>
          <p:cNvPr id="3" name="Picture 2" descr="fig10_healthy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234440"/>
            <a:ext cx="11155680" cy="38956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0352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IoU cannot score a healthy scan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the mask is empty, so predicting nothing scores perfectly. That degeneracy is what makes these 133 a clean held-out test of a different question: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when there is no tumour, how much does the model invent?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94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1. A real bug in the upstream code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inputs were being squashed from ±2.5 into </a:t>
            </a:r>
            <a:r>
              <a:rPr sz="17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, discarding most of the signal.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2. Frozen BatchNorm is not frozen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our "frozen" backbone would have drifted silently, invalidating the whole comparison.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3. Grafting a new layer without disturbing the model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took several attempts.</a:t>
            </a:r>
          </a:p>
          <a:p>
            <a:pPr>
              <a:spcAft>
                <a:spcPts val="2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— dead dependencies, no released weights to check against.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efficiency claims reproduce exactly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1.47 M parameters, 0.577 GFLOPs, 72x smaller than TransUNet.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accuracy does not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0.593 against the published 0.669, across six runs.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cause is overfitting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stronger augmentation recovers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+0.040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without touching the architecture.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No architectural change beat the random seed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a different seed moves IoU by 0.011; every modification moved it less.</a:t>
            </a:r>
          </a:p>
          <a:p>
            <a:pPr>
              <a:spcAft>
                <a:spcPts val="15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Except one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wavelet mixer: same accuracy,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9% fewer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3x more healthy scans left completely clean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the training recipe mattered more than the architecture — and most reported gains this size are indistinguishable from the random seed.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 small shift toward recall — but only one split shows it clearly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371600"/>
            <a:ext cx="768096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Averaged over six paired runs: recall +0.017, precision −0.012. The direction matches what the loss was designed to do, but the size is small and one split (43) accounts for most of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UNeXt: MLP-based Rapid Medical Image Segmentation Network</dc:title>
  <dc:subject>Reproduction study on the BUSI breast-ultrasound dataset</dc:subject>
  <dc:creator>Deep Learning 83882 - final project</dc:creator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